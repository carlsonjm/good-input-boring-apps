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4000" spc="-1" strike="noStrike">
              <a:solidFill>
                <a:srgbClr val="141414"/>
              </a:solidFill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4000" spc="-1" strike="noStrike">
                <a:solidFill>
                  <a:srgbClr val="141414"/>
                </a:solidFill>
                <a:latin typeface="Times New Roman"/>
              </a:rPr>
              <a:t>Click to edit the title text format</a:t>
            </a:r>
            <a:endParaRPr b="0" lang="en-US" sz="4000" spc="-1" strike="noStrike">
              <a:solidFill>
                <a:srgbClr val="141414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141414"/>
                </a:solidFill>
                <a:latin typeface="Times New Roman"/>
              </a:rPr>
              <a:t>Click to edit the outline text format</a:t>
            </a:r>
            <a:endParaRPr b="0" lang="en-US" sz="2800" spc="-1" strike="noStrike">
              <a:solidFill>
                <a:srgbClr val="141414"/>
              </a:solidFill>
              <a:latin typeface="Times New Roman"/>
            </a:endParaRPr>
          </a:p>
          <a:p>
            <a:pPr lvl="1" marL="432000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141414"/>
                </a:solidFill>
                <a:latin typeface="Times New Roman"/>
              </a:rPr>
              <a:t>Second Outline Level</a:t>
            </a:r>
            <a:endParaRPr b="0" lang="en-US" sz="2800" spc="-1" strike="noStrike">
              <a:solidFill>
                <a:srgbClr val="141414"/>
              </a:solidFill>
              <a:latin typeface="Times New Roman"/>
            </a:endParaRPr>
          </a:p>
          <a:p>
            <a:pPr lvl="2" marL="648000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141414"/>
                </a:solidFill>
                <a:latin typeface="Times New Roman"/>
              </a:rPr>
              <a:t>Third Outline Level</a:t>
            </a:r>
            <a:endParaRPr b="0" lang="en-US" sz="2400" spc="-1" strike="noStrike">
              <a:solidFill>
                <a:srgbClr val="141414"/>
              </a:solidFill>
              <a:latin typeface="Times New Roman"/>
            </a:endParaRPr>
          </a:p>
          <a:p>
            <a:pPr lvl="3" marL="864000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41414"/>
                </a:solidFill>
                <a:latin typeface="Times New Roman"/>
              </a:rPr>
              <a:t>Fourth Outline Level</a:t>
            </a:r>
            <a:endParaRPr b="0" lang="en-US" sz="2000" spc="-1" strike="noStrike">
              <a:solidFill>
                <a:srgbClr val="141414"/>
              </a:solidFill>
              <a:latin typeface="Times New Roman"/>
            </a:endParaRPr>
          </a:p>
          <a:p>
            <a:pPr lvl="4" marL="108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41414"/>
                </a:solidFill>
                <a:latin typeface="Times New Roman"/>
              </a:rPr>
              <a:t>Fifth Outline Level</a:t>
            </a:r>
            <a:endParaRPr b="0" lang="en-US" sz="2000" spc="-1" strike="noStrike">
              <a:solidFill>
                <a:srgbClr val="141414"/>
              </a:solidFill>
              <a:latin typeface="Times New Roman"/>
            </a:endParaRPr>
          </a:p>
          <a:p>
            <a:pPr lvl="5" marL="1296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41414"/>
                </a:solidFill>
                <a:latin typeface="Times New Roman"/>
              </a:rPr>
              <a:t>Sixth Outline Level</a:t>
            </a:r>
            <a:endParaRPr b="0" lang="en-US" sz="2000" spc="-1" strike="noStrike">
              <a:solidFill>
                <a:srgbClr val="141414"/>
              </a:solidFill>
              <a:latin typeface="Times New Roman"/>
            </a:endParaRPr>
          </a:p>
          <a:p>
            <a:pPr lvl="6" marL="151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141414"/>
                </a:solidFill>
                <a:latin typeface="Times New Roman"/>
              </a:rPr>
              <a:t>Seventh Outline Level</a:t>
            </a:r>
            <a:endParaRPr b="0" lang="en-US" sz="2000" spc="-1" strike="noStrike">
              <a:solidFill>
                <a:srgbClr val="141414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20000" y="720000"/>
            <a:ext cx="8640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4000" spc="-1" strike="noStrike">
                <a:solidFill>
                  <a:srgbClr val="141414"/>
                </a:solidFill>
                <a:latin typeface="Times New Roman"/>
              </a:rPr>
              <a:t>Club fundraiser</a:t>
            </a:r>
            <a:endParaRPr b="0" lang="en-US" sz="4000" spc="-1" strike="noStrike">
              <a:solidFill>
                <a:srgbClr val="141414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720000" y="720000"/>
            <a:ext cx="8640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4000" spc="-1" strike="noStrike">
                <a:solidFill>
                  <a:srgbClr val="141414"/>
                </a:solidFill>
                <a:latin typeface="Times New Roman"/>
              </a:rPr>
              <a:t>The plan</a:t>
            </a:r>
            <a:endParaRPr b="0" lang="en-US" sz="4000" spc="-1" strike="noStrike">
              <a:solidFill>
                <a:srgbClr val="141414"/>
              </a:solidFill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720000" y="1980000"/>
            <a:ext cx="8640000" cy="28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starbats" charset="2"/>
              <a:buChar char=""/>
            </a:pPr>
            <a:r>
              <a:rPr b="0" lang="en-US" sz="2800" spc="-1" strike="noStrike">
                <a:solidFill>
                  <a:srgbClr val="141414"/>
                </a:solidFill>
                <a:latin typeface="Times New Roman"/>
              </a:rPr>
              <a:t>Bake sale on Saturday</a:t>
            </a:r>
            <a:endParaRPr b="0" lang="en-US" sz="2800" spc="-1" strike="noStrike">
              <a:solidFill>
                <a:srgbClr val="141414"/>
              </a:solidFill>
              <a:latin typeface="Times New Roman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starbats" charset="2"/>
              <a:buChar char=""/>
            </a:pPr>
            <a:r>
              <a:rPr b="0" lang="en-US" sz="2800" spc="-1" strike="noStrike">
                <a:solidFill>
                  <a:srgbClr val="141414"/>
                </a:solidFill>
                <a:latin typeface="Times New Roman"/>
              </a:rPr>
              <a:t>Raffle at the game</a:t>
            </a:r>
            <a:endParaRPr b="0" lang="en-US" sz="2800" spc="-1" strike="noStrike">
              <a:solidFill>
                <a:srgbClr val="141414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0000" y="720000"/>
            <a:ext cx="8640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4000" spc="-1" strike="noStrike">
                <a:solidFill>
                  <a:srgbClr val="141414"/>
                </a:solidFill>
                <a:latin typeface="Times New Roman"/>
              </a:rPr>
              <a:t>Thank you</a:t>
            </a:r>
            <a:endParaRPr b="0" lang="en-US" sz="4000" spc="-1" strike="noStrike">
              <a:solidFill>
                <a:srgbClr val="141414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