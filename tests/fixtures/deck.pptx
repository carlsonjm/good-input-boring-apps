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12DFE2-BE84-4697-8B48-9066B0A86C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2359C-88C6-4A4F-A8BA-DF952610C1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14DCA8-AB1A-43AE-9503-1D882D6DAA8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Club fundraiser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plan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Thank you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